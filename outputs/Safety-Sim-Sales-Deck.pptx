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d73b6447ed40b0" /><Relationship Type="http://schemas.openxmlformats.org/officeDocument/2006/relationships/extended-properties" Target="/docProps/app.xml" Id="R22bb19ad62a94cfe" /><Relationship Type="http://schemas.openxmlformats.org/officeDocument/2006/relationships/officeDocument" Target="/ppt/presentation.xml" Id="R924e6e972ffb45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dc5b62a7ca4ef2"/>
  </p:sldMasterIdLst>
  <p:notesMasterIdLst>
    <p:notesMasterId xmlns:r="http://schemas.openxmlformats.org/officeDocument/2006/relationships" r:id="Rd306ac2df3304dee"/>
  </p:notesMasterIdLst>
  <p:sldIdLst>
    <p:sldId xmlns:r="http://schemas.openxmlformats.org/officeDocument/2006/relationships" id="256" r:id="R9646cc5005914882"/>
    <p:sldId xmlns:r="http://schemas.openxmlformats.org/officeDocument/2006/relationships" id="257" r:id="Ra1f764d9cbca4689"/>
    <p:sldId xmlns:r="http://schemas.openxmlformats.org/officeDocument/2006/relationships" id="258" r:id="Rc3f206a419d343e2"/>
    <p:sldId xmlns:r="http://schemas.openxmlformats.org/officeDocument/2006/relationships" id="259" r:id="R0f313e4c0d784302"/>
    <p:sldId xmlns:r="http://schemas.openxmlformats.org/officeDocument/2006/relationships" id="260" r:id="R55ba5bab449e48a5"/>
    <p:sldId xmlns:r="http://schemas.openxmlformats.org/officeDocument/2006/relationships" id="261" r:id="R41c7eaac3d5242e8"/>
    <p:sldId xmlns:r="http://schemas.openxmlformats.org/officeDocument/2006/relationships" id="262" r:id="R078fd652e04245ba"/>
    <p:sldId xmlns:r="http://schemas.openxmlformats.org/officeDocument/2006/relationships" id="263" r:id="Rfc461847e3ca418b"/>
    <p:sldId xmlns:r="http://schemas.openxmlformats.org/officeDocument/2006/relationships" id="264" r:id="R79d7b467fc744a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ac6522409b4b8e" /><Relationship Type="http://schemas.openxmlformats.org/officeDocument/2006/relationships/slideMaster" Target="/ppt/slideMasters/slideMaster1.xml" Id="Raedc5b62a7ca4ef2" /><Relationship Type="http://schemas.openxmlformats.org/officeDocument/2006/relationships/notesMaster" Target="/ppt/notesMasters/notesMaster1.xml" Id="Rd306ac2df3304dee" /><Relationship Type="http://schemas.openxmlformats.org/officeDocument/2006/relationships/presProps" Target="/ppt/presProps.xml" Id="R2f275305bb92435b" /><Relationship Type="http://schemas.openxmlformats.org/officeDocument/2006/relationships/tableStyles" Target="/ppt/tableStyles.xml" Id="R6b8ef4a8337c499e" /><Relationship Type="http://schemas.openxmlformats.org/officeDocument/2006/relationships/slide" Target="/ppt/slides/slide1.xml" Id="R9646cc5005914882" /><Relationship Type="http://schemas.openxmlformats.org/officeDocument/2006/relationships/slide" Target="/ppt/slides/slide2.xml" Id="Ra1f764d9cbca4689" /><Relationship Type="http://schemas.openxmlformats.org/officeDocument/2006/relationships/slide" Target="/ppt/slides/slide3.xml" Id="Rc3f206a419d343e2" /><Relationship Type="http://schemas.openxmlformats.org/officeDocument/2006/relationships/slide" Target="/ppt/slides/slide4.xml" Id="R0f313e4c0d784302" /><Relationship Type="http://schemas.openxmlformats.org/officeDocument/2006/relationships/slide" Target="/ppt/slides/slide5.xml" Id="R55ba5bab449e48a5" /><Relationship Type="http://schemas.openxmlformats.org/officeDocument/2006/relationships/slide" Target="/ppt/slides/slide6.xml" Id="R41c7eaac3d5242e8" /><Relationship Type="http://schemas.openxmlformats.org/officeDocument/2006/relationships/slide" Target="/ppt/slides/slide7.xml" Id="R078fd652e04245ba" /><Relationship Type="http://schemas.openxmlformats.org/officeDocument/2006/relationships/slide" Target="/ppt/slides/slide8.xml" Id="Rfc461847e3ca418b" /><Relationship Type="http://schemas.openxmlformats.org/officeDocument/2006/relationships/slide" Target="/ppt/slides/slide9.xml" Id="R79d7b467fc744a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366dda14084a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e341ebf4624e03" /><Relationship Type="http://schemas.openxmlformats.org/officeDocument/2006/relationships/notesMaster" Target="/ppt/notesMasters/notesMaster1.xml" Id="Rf1b29c585ac348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ef37e64bcd4c28" /><Relationship Type="http://schemas.openxmlformats.org/officeDocument/2006/relationships/notesMaster" Target="/ppt/notesMasters/notesMaster1.xml" Id="Rf0ba1d28442a4c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632c5e9ff648fc" /><Relationship Type="http://schemas.openxmlformats.org/officeDocument/2006/relationships/notesMaster" Target="/ppt/notesMasters/notesMaster1.xml" Id="R7153b5c46b6749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31af86eae84485" /><Relationship Type="http://schemas.openxmlformats.org/officeDocument/2006/relationships/notesMaster" Target="/ppt/notesMasters/notesMaster1.xml" Id="R8451b1ed8ec346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d132764f8842ae" /><Relationship Type="http://schemas.openxmlformats.org/officeDocument/2006/relationships/notesMaster" Target="/ppt/notesMasters/notesMaster1.xml" Id="Rb56ae4c950a542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964e1500274ac6" /><Relationship Type="http://schemas.openxmlformats.org/officeDocument/2006/relationships/notesMaster" Target="/ppt/notesMasters/notesMaster1.xml" Id="R9dd3cf2a707444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01b965322f44b2" /><Relationship Type="http://schemas.openxmlformats.org/officeDocument/2006/relationships/notesMaster" Target="/ppt/notesMasters/notesMaster1.xml" Id="R7b4a8a5ddd784c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6c3bed01e94e7a" /><Relationship Type="http://schemas.openxmlformats.org/officeDocument/2006/relationships/notesMaster" Target="/ppt/notesMasters/notesMaster1.xml" Id="R1339204258424a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e639efd5054f1c" /><Relationship Type="http://schemas.openxmlformats.org/officeDocument/2006/relationships/notesMaster" Target="/ppt/notesMasters/notesMaster1.xml" Id="Re711b86553db44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35539e5944f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f2b95e94d44581" /><Relationship Type="http://schemas.openxmlformats.org/officeDocument/2006/relationships/slideLayout" Target="/ppt/slideLayouts/slideLayout1.xml" Id="Rc2173bddc8cb45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173bddc8cb45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7abca6f1b4334" /><Relationship Type="http://schemas.openxmlformats.org/officeDocument/2006/relationships/image" Target="/ppt/media/image.png" Id="Ra98bded4d5364f98" /><Relationship Type="http://schemas.openxmlformats.org/officeDocument/2006/relationships/notesSlide" Target="/ppt/notesSlides/notesSlide1.xml" Id="Rdf4ce6d89cb14c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c69b748484b8a" /><Relationship Type="http://schemas.openxmlformats.org/officeDocument/2006/relationships/notesSlide" Target="/ppt/notesSlides/notesSlide2.xml" Id="Rf6170ba6846244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2ee492746495b" /><Relationship Type="http://schemas.openxmlformats.org/officeDocument/2006/relationships/image" Target="/ppt/media/image2.png" Id="Rbf6bf347a6724a8c" /><Relationship Type="http://schemas.openxmlformats.org/officeDocument/2006/relationships/notesSlide" Target="/ppt/notesSlides/notesSlide3.xml" Id="Rc65eea7a56fc4e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5f66b0774430e" /><Relationship Type="http://schemas.openxmlformats.org/officeDocument/2006/relationships/image" Target="/ppt/media/image3.png" Id="R25471b943323478c" /><Relationship Type="http://schemas.openxmlformats.org/officeDocument/2006/relationships/image" Target="/ppt/media/image4.png" Id="R839d55049614428a" /><Relationship Type="http://schemas.openxmlformats.org/officeDocument/2006/relationships/image" Target="/ppt/media/image5.png" Id="R43ce9fa97cc14bc6" /><Relationship Type="http://schemas.openxmlformats.org/officeDocument/2006/relationships/image" Target="/ppt/media/image6.png" Id="R8538d77282a84dfe" /><Relationship Type="http://schemas.openxmlformats.org/officeDocument/2006/relationships/image" Target="/ppt/media/image7.png" Id="Rd4585e6c3d0f493e" /><Relationship Type="http://schemas.openxmlformats.org/officeDocument/2006/relationships/image" Target="/ppt/media/image8.png" Id="Rf84e518707a14dff" /><Relationship Type="http://schemas.openxmlformats.org/officeDocument/2006/relationships/notesSlide" Target="/ppt/notesSlides/notesSlide4.xml" Id="R1336829aa6ee4e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954c9c75842df" /><Relationship Type="http://schemas.openxmlformats.org/officeDocument/2006/relationships/notesSlide" Target="/ppt/notesSlides/notesSlide5.xml" Id="Ra3c36f3d14b841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be9078d9241d3" /><Relationship Type="http://schemas.openxmlformats.org/officeDocument/2006/relationships/image" Target="/ppt/media/image9.png" Id="Re35d3098a1ec420a" /><Relationship Type="http://schemas.openxmlformats.org/officeDocument/2006/relationships/notesSlide" Target="/ppt/notesSlides/notesSlide6.xml" Id="R370bbb29c6d943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c8d84ccb944af" /><Relationship Type="http://schemas.openxmlformats.org/officeDocument/2006/relationships/notesSlide" Target="/ppt/notesSlides/notesSlide7.xml" Id="Rd1c18a32f19442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25305a4a04ff0" /><Relationship Type="http://schemas.openxmlformats.org/officeDocument/2006/relationships/image" Target="/ppt/media/image10.png" Id="R61c341f5e567438c" /><Relationship Type="http://schemas.openxmlformats.org/officeDocument/2006/relationships/notesSlide" Target="/ppt/notesSlides/notesSlide8.xml" Id="Rcb7e23d9407948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cfeab78434b23" /><Relationship Type="http://schemas.openxmlformats.org/officeDocument/2006/relationships/notesSlide" Target="/ppt/notesSlides/notesSlide9.xml" Id="Rf4c6332c37fc45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bded4d5364f98"/>
          <a:srcRect xmlns:a="http://schemas.openxmlformats.org/drawingml/2006/main" l="29653" t="0" r="296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609600"/>
            <a:ext cx="4533900" cy="5334000"/>
          </a:xfrm>
          <a:prstGeom xmlns:a="http://schemas.openxmlformats.org/drawingml/2006/main" prst="roundRect">
            <a:avLst>
              <a:gd name="adj" fmla="val 126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0565E-7230-4235-9A9F-6B5D28AF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F61"/>
                </a:solidFill>
              </a:defRPr>
            </a:pPr>
            <a:r>
              <a:rPr sz="1200" b="1">
                <a:solidFill>
                  <a:srgbClr val="0B5F61"/>
                </a:solidFill>
              </a:rPr>
              <a:t>SALES PREZENTACIJA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2D200-8756-4A81-9557-79BFAD13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219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202B"/>
                </a:solidFill>
              </a:defRPr>
            </a:pPr>
            <a:r>
              <a:rPr sz="4200" b="1">
                <a:solidFill>
                  <a:srgbClr val="10202B"/>
                </a:solidFill>
              </a:rPr>
              <a:t>VR obuke za industrijsku bezbednost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B0A9D-4A90-4D1E-A8E2-63CE6BCF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7080"/>
                </a:solidFill>
              </a:defRPr>
            </a:pPr>
            <a:r>
              <a:rPr sz="1800" b="0">
                <a:solidFill>
                  <a:srgbClr val="5F7080"/>
                </a:solidFill>
              </a:rPr>
              <a:t>Safety Sim pomaže kompanijama da uvežbaju rizične procedure pre nego što se dogodi stvaran incident.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F2602-6D2D-4356-B998-4101FD84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ED1CA-67B3-4454-A284-5CDD7A2D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A05B8-6B55-4344-BE08-B24C5883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809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EBA72B-0E5F-4764-A8C7-45A61AE6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02B"/>
                </a:solidFill>
              </a:defRPr>
            </a:pPr>
            <a:r>
              <a:rPr sz="3300" b="1">
                <a:solidFill>
                  <a:srgbClr val="10202B"/>
                </a:solidFill>
              </a:rPr>
              <a:t>Klasična obuka teško priprema ljude za pritisak stvarnog incidenta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2CDFE-DC3B-4DE7-9398-CDB64109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080"/>
                </a:solidFill>
              </a:defRPr>
            </a:pPr>
            <a:r>
              <a:rPr sz="1650" b="0">
                <a:solidFill>
                  <a:srgbClr val="5F7080"/>
                </a:solidFill>
              </a:rPr>
              <a:t>Papirni testovi i predavanja mogu dokazati prisustvo, ali ne i spremnost radnika da prepozna rizik, izabere opremu i reaguje u pravom redosledu.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17EC0-8C66-4A4A-99FD-FF827106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5F4A8-FACC-4CBA-A527-1D1FF199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Rizik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97612-D3A1-4E25-91CB-02897DE5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B"/>
                </a:solidFill>
              </a:defRPr>
            </a:pPr>
            <a:r>
              <a:rPr sz="1500" b="0">
                <a:solidFill>
                  <a:srgbClr val="10202B"/>
                </a:solidFill>
              </a:rPr>
              <a:t>Opasne situacije nije moguće vežbati dovoljno često u realnom okruženju.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961B4-47A8-4DA9-AD17-616ACB3F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EF9FB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F2A34-B183-481E-99B4-4DDEC816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66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5F61"/>
                </a:solidFill>
              </a:defRPr>
            </a:pPr>
            <a:r>
              <a:rPr sz="3150" b="1">
                <a:solidFill>
                  <a:srgbClr val="0B5F61"/>
                </a:solidFill>
              </a:rPr>
              <a:t>Standard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967C7-8703-48FD-825C-D80F5A78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576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B"/>
                </a:solidFill>
              </a:defRPr>
            </a:pPr>
            <a:r>
              <a:rPr sz="1500" b="0">
                <a:solidFill>
                  <a:srgbClr val="10202B"/>
                </a:solidFill>
              </a:rPr>
              <a:t>Različiti instruktori i lokacije često daju neujednačeno iskustvo.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9DB00-9496-4202-8DE4-0C6EF6BF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CC0D9-7DF7-4A2B-8DC5-5654A408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5F61"/>
                </a:solidFill>
              </a:defRPr>
            </a:pPr>
            <a:r>
              <a:rPr sz="3150" b="1">
                <a:solidFill>
                  <a:srgbClr val="0B5F61"/>
                </a:solidFill>
              </a:rPr>
              <a:t>Dokaz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0C730-A9FF-4B9C-BECB-2D06422A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B"/>
                </a:solidFill>
              </a:defRPr>
            </a:pPr>
            <a:r>
              <a:rPr sz="1500" b="0">
                <a:solidFill>
                  <a:srgbClr val="10202B"/>
                </a:solidFill>
              </a:rPr>
              <a:t>Kompaniji treba evidencija ko je prošao obuku, rezultat i sertifikat.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EF1A0-40DD-4EB7-9141-B6E99D36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668F4-783B-430D-AE7E-372CE69B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75038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5CF518-7F9A-4772-80C5-9BCA4F67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Safety Sim pretvara obuku u kontrolisanu praksu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EE0F2-0382-4BD6-9FFA-2AA743AB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080"/>
                </a:solidFill>
              </a:defRPr>
            </a:pPr>
            <a:r>
              <a:rPr sz="1575" b="0">
                <a:solidFill>
                  <a:srgbClr val="5F7080"/>
                </a:solidFill>
              </a:rPr>
              <a:t>Platforma kombinuje VR scenario, evidenciju radnika i sertifikat o završenoj obuci.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005C5-7B04-4F39-B532-84DA9E2A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90578-5DBB-48EB-BE65-12B71EE2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Realističan 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83DCF-BD4B-471F-9BC9-04CCBDCA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Radnik prolazi kroz odluke, opremu, greške i posledice u bezbednom okruženju.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41837-B3A4-474C-9FFE-37777D43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F5154-2410-4686-A83E-DB7A23F8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Merljiv rezultat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7E7F6-56BF-4162-A9FD-B3E5FE1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Sistem beleži rezultat, trajanje, status i izdavanje sertifikata.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92824-A68A-4E55-9D66-E9D2C74F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A6D00-443A-41BA-86B4-1EA7A12B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Višejezična primena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6A1E8-5B89-4FF1-83D1-758EBD33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Srpski i engleski su već podržani, uz mogućnost dodavanja novih jezika.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bf347a6724a8c"/>
          <a:srcRect xmlns:a="http://schemas.openxmlformats.org/drawingml/2006/main" l="24926" t="0" r="24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32F17-16E0-4F35-816F-DC78ABB8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C8658-96EE-4BC9-A317-EF81D5B7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47094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0D7702-0F2D-45FF-BA8A-519F78A4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2B"/>
                </a:solidFill>
              </a:defRPr>
            </a:pPr>
            <a:r>
              <a:rPr sz="3000" b="1">
                <a:solidFill>
                  <a:srgbClr val="10202B"/>
                </a:solidFill>
              </a:rPr>
              <a:t>Početni katalog pokriva visokorizične i regulisane procese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71b943323478c"/>
          <a:srcRect xmlns:a="http://schemas.openxmlformats.org/drawingml/2006/main" l="0" t="13614" r="0" b="136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86A42-356C-4A9E-9B81-57F7A61C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Protivpožarna zaštita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1A2CA-B9C6-4717-8958-43BE43F7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d55049614428a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167640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5E406-51B9-42AD-9EC3-E146E60E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Radioaktivni materijali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FA0DA-68A4-4E52-88BD-E75C23D9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e9fa97cc14bc6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2900" y="167640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5A0E7-BFC8-4549-885B-7DA4A8BF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86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Hemijski otpad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3FE5A-A821-434E-9FB6-5B17E55F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8d77282a84dfe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75285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649F7-6D8F-4F7A-A922-A90E1AAD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Građevinski otpad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00730-FF16-499E-BE8C-FC4F11D1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85e6c3d0f493e"/>
          <a:srcRect xmlns:a="http://schemas.openxmlformats.org/drawingml/2006/main" l="0" t="19653" r="0" b="19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375285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8E576-B604-4805-BB1F-EB1D4BED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Elektronski otpad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D4C18-CC29-45E8-A5B2-65553794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43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e518707a14dff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2900" y="375285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1B032-DB2A-41E9-AA04-B46029BE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Biomedicinski otpad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002E7-41C5-4D6A-80D4-A4CE45F5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43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85B8C-5DF5-419E-8C79-2C8D536E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D31565-72CD-4AB6-9387-712F20F4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9186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39EB49-F5B7-428A-B835-BFDF5BE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Workflow je napravljen za kompanije, instruktore i radnike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BDB53-E30D-49A0-A1B0-04818306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8B04F-1E42-495A-AB02-25FBB0C3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D4F46-F9F4-46FC-8A03-827B2ED9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Kompanija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13A11-55DF-44B4-9B4E-99D79D61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Registracija tenant-a i korisnika kompanije.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703BD-D935-469E-B710-E4132282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55E7C-F878-48F8-9A7C-930FB347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5C86E-95AD-4294-A99A-34671D70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AD30D-2499-4E6B-8A53-AD42DAC5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Radnici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4B384-54A5-4AF8-A45A-73FFBC84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Dodavanje radnika i odeljenja.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97355-7362-4FE9-B6F1-AE24A953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3719B-A8D7-40A0-B451-85D68A4A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F29A5-1526-4691-8CCE-BA472F67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D399B-7270-440A-9A4B-5D87D2CF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Kursevi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71492-6DD2-458E-B9D7-5803BA25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Dodela scenarija i praćenje statusa.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E251F-4862-4494-BAB5-9E8DEF03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96A00-579E-4F3B-B9DC-5910C837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174C6-4CF6-41C9-9744-A25EFEA2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4A35E-4BA6-4748-A4F7-48C5D918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Sertifikat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45FC0-9845-45FA-9160-6392B029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Automatska evidencija položenog kursa.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5BF65-B1A5-46F9-AA95-22EAC1C7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5569D-F95B-4285-B99C-3AF25053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D389F6-F3D9-407B-B83F-34B22EEE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081D16-FFEC-4CDB-AE2B-9F890CF4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Provera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D0B805-3DA3-4B28-91B7-BC0F913B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Javna verifikacija broja sertifikata.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7F913E-8968-4A5B-8E46-F4D63C7B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8824DC-B709-4D6F-A4BC-0A3796BC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09023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74177B-610A-4A19-8ADC-9C19342A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Za kupca je najvažniji efekat na rizik i evidenciju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013D4-2A64-4971-B88D-A594FAC0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080"/>
                </a:solidFill>
              </a:defRPr>
            </a:pPr>
            <a:r>
              <a:rPr sz="1575" b="0">
                <a:solidFill>
                  <a:srgbClr val="5F7080"/>
                </a:solidFill>
              </a:rPr>
              <a:t>Safety Sim se ne prodaje kao igra, već kao alat za standardizaciju bezbednosne obuke.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DA63B-BBB6-4C64-A00E-D954D44E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69A26-D7CC-4F0D-92BE-29F5364C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Bezbedna praksa pre realnog rizika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16FCB-1FC1-45FF-AC20-3AF7E809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Radnici mogu da greše u simulaciji, a ne u objektu, laboratoriji ili proizvodnji.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A8155-E336-4570-998D-4C413105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23645-B0DD-45CE-9A85-D5BCB15C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Jedan standard za sve lokacije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13605-DE04-465E-B966-5E41BB1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Isti scenario, kriterijumi i instrukcije za svaki tim.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89A77-CC8B-4F47-9431-B5EB0EAE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F8AD6-C595-450A-95E5-98050D3E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Evidencija za menadžment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D3F4E-3796-429B-B0F3-AC7ED194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Kompanija vidi radnike, upise, rezultate, sertifikate i rok važenja.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d3098a1ec420a"/>
          <a:srcRect xmlns:a="http://schemas.openxmlformats.org/drawingml/2006/main" l="18667" t="0" r="18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BC02C-4431-4BF4-8375-316D53B1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5FADD-49C1-41A8-86CA-39C76FE8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6799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C3647A-DEE0-4736-B71D-66014D18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2B"/>
                </a:solidFill>
              </a:defRPr>
            </a:pPr>
            <a:r>
              <a:rPr sz="3000" b="1">
                <a:solidFill>
                  <a:srgbClr val="10202B"/>
                </a:solidFill>
              </a:rPr>
              <a:t>Cena je dovoljno jednostavna da se odluka donese brzo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1EA0D-7D26-4B28-A9BC-FFE5351A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31242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7657C-E06D-4C81-9059-B69F7350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F61"/>
                </a:solidFill>
              </a:defRPr>
            </a:pPr>
            <a:r>
              <a:rPr sz="1800" b="1">
                <a:solidFill>
                  <a:srgbClr val="0B5F61"/>
                </a:solidFill>
              </a:rPr>
              <a:t>Mala preduzeća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E9DAC-D054-4518-BBCC-7AA71756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do 10 radnika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51365-14A6-4AB0-A14A-FB0DA7EC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2B"/>
                </a:solidFill>
              </a:defRPr>
            </a:pPr>
            <a:r>
              <a:rPr sz="2025" b="1">
                <a:solidFill>
                  <a:srgbClr val="10202B"/>
                </a:solidFill>
              </a:rPr>
              <a:t>do 10 EUR mesečno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AB544-EDC0-4527-954E-2D3D5172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do 100 EUR godišnje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6FA06-4F9B-44FC-AD13-961AE658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31242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EEF9FB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91307-376C-4856-B122-6A8B5D13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F61"/>
                </a:solidFill>
              </a:defRPr>
            </a:pPr>
            <a:r>
              <a:rPr sz="1800" b="1">
                <a:solidFill>
                  <a:srgbClr val="0B5F61"/>
                </a:solidFill>
              </a:rPr>
              <a:t>Srednja preduzeća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0324D-391F-4966-84FB-9046E064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do 100 radnika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04AA7-FA2E-43E3-AA5D-2D2FE317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2B"/>
                </a:solidFill>
              </a:defRPr>
            </a:pPr>
            <a:r>
              <a:rPr sz="2025" b="1">
                <a:solidFill>
                  <a:srgbClr val="10202B"/>
                </a:solidFill>
              </a:rPr>
              <a:t>do 100 EUR mesečno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E8B5B-13CF-43FC-8DBD-D3EA3936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do 1.000 EUR godišnje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D9E69-25E0-4818-A90F-48E24C75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1242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CB4F9-25B5-47E2-B8DE-0D1CF02E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F61"/>
                </a:solidFill>
              </a:defRPr>
            </a:pPr>
            <a:r>
              <a:rPr sz="1800" b="1">
                <a:solidFill>
                  <a:srgbClr val="0B5F61"/>
                </a:solidFill>
              </a:rPr>
              <a:t>Velika preduzeća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D5F29-999F-45A1-95BF-EBB859DA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100+ radnika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527DF-D5BC-4BE5-8030-C666AF68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2B"/>
                </a:solidFill>
              </a:defRPr>
            </a:pPr>
            <a:r>
              <a:rPr sz="2025" b="1">
                <a:solidFill>
                  <a:srgbClr val="10202B"/>
                </a:solidFill>
              </a:rPr>
              <a:t>1 EUR x broj radnika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D7BE4-D8F2-4CE0-89D6-71CE70E3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10 EUR x broj radnika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CC7A6-E26C-40BF-B82B-9A1E61A7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2B"/>
                </a:solidFill>
              </a:defRPr>
            </a:pPr>
            <a:r>
              <a:rPr sz="1650" b="0">
                <a:solidFill>
                  <a:srgbClr val="10202B"/>
                </a:solidFill>
              </a:rPr>
              <a:t>Osnovni model: 1 EUR po radniku mesečno ili 10 EUR po radniku godišnje.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DF6DB-7985-4DDD-ACBD-2CBA5FAF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33B88-00F8-4247-87B1-F99A4AB0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422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E69B6D-AA91-41C4-8C8A-31C0748E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Pilot može krenuti sa jednim scenarijem i jednom grupom radnika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713D6-C3A2-4A8C-AEBB-248CDDE8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080"/>
                </a:solidFill>
              </a:defRPr>
            </a:pPr>
            <a:r>
              <a:rPr sz="1575" b="0">
                <a:solidFill>
                  <a:srgbClr val="5F7080"/>
                </a:solidFill>
              </a:rPr>
              <a:t>Najbrži put do prodaje je konkretan demo za oblast koju kupac već mora da pokriva obukom.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8E440-18E1-4D61-B7D5-487437E4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11830-6E3A-4E64-A901-CD38529A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Izbor scenarija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8ACC8-71B9-4929-85B9-76761AAF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Protivpožarna zaštita, radioaktivni materijali ili scenario otpada.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03E75-E4C7-41FD-9CC8-95181307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83D7E-B3C6-4501-BD05-9BFE35AD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Unos radnika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F3287-8A54-4351-9E7F-13456A46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Mala pilot grupa omogućava brzu proveru procesa i izveštaja.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1E75A-2228-4CDA-9A06-ACDFE4DC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0C64B-9746-469F-AF44-42F9F86A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Procena posle pilot-a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7D219-9BCE-4C1B-825A-3548DBDD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Rezultat se meri kroz završene obuke, sertifikate i povratnu informaciju instruktora.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341f5e567438c"/>
          <a:srcRect xmlns:a="http://schemas.openxmlformats.org/drawingml/2006/main" l="18667" t="0" r="18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36821-C374-4E4D-96D8-7C2A810E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0C8A5-1E40-4DC0-B6FF-170C9C06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1177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F97694-683F-4AAB-A4F7-63A7F29E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2B"/>
                </a:solidFill>
              </a:defRPr>
            </a:pPr>
            <a:r>
              <a:rPr sz="3600" b="1">
                <a:solidFill>
                  <a:srgbClr val="10202B"/>
                </a:solidFill>
              </a:rPr>
              <a:t>Sledeći razgovor treba da završi izborom pilot scenarija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B5CE3-D560-42FB-A43A-FCB8A684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2B"/>
                </a:solidFill>
              </a:defRPr>
            </a:pPr>
            <a:r>
              <a:rPr sz="1800" b="0">
                <a:solidFill>
                  <a:srgbClr val="10202B"/>
                </a:solidFill>
              </a:rPr>
              <a:t>1. Izabrati oblast i broj radnika za pilot.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ADF28-A9C6-4676-A257-B6A675E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2B"/>
                </a:solidFill>
              </a:defRPr>
            </a:pPr>
            <a:r>
              <a:rPr sz="1800" b="0">
                <a:solidFill>
                  <a:srgbClr val="10202B"/>
                </a:solidFill>
              </a:rPr>
              <a:t>2. Dogovoriti kompanijski nalog i listu polaznika.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A9912-3706-4FBC-A084-EF99894D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2B"/>
                </a:solidFill>
              </a:defRPr>
            </a:pPr>
            <a:r>
              <a:rPr sz="1800" b="0">
                <a:solidFill>
                  <a:srgbClr val="10202B"/>
                </a:solidFill>
              </a:rPr>
              <a:t>3. Pokazati demo i potvrditi komercijalni paket.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557EB-B518-4F50-AEE7-B7E87043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590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01FB8-5986-4F62-B5B4-6DC6F82C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Kontakt: office@nswebdevelopment.com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B1EB7-38A9-49A4-9777-238F8CC9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C8962-1959-4BC7-837B-88D60AFE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02858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2026-07-11T07:25:46.7980000Z</dcterms:created>
  <dcterms:modified xsi:type="dcterms:W3CDTF">2026-07-11T07:25:46.7980000Z</dcterms:modified>
</coreProperties>
</file>