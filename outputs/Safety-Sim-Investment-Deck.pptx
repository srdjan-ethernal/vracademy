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f1934843e44ee9" /><Relationship Type="http://schemas.openxmlformats.org/officeDocument/2006/relationships/extended-properties" Target="/docProps/app.xml" Id="Re1de2dab309f4c0a" /><Relationship Type="http://schemas.openxmlformats.org/officeDocument/2006/relationships/officeDocument" Target="/ppt/presentation.xml" Id="Re7a05e532edd48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4e36c787254d1e"/>
  </p:sldMasterIdLst>
  <p:notesMasterIdLst>
    <p:notesMasterId xmlns:r="http://schemas.openxmlformats.org/officeDocument/2006/relationships" r:id="Rb1ea1a2bf7654b94"/>
  </p:notesMasterIdLst>
  <p:sldIdLst>
    <p:sldId xmlns:r="http://schemas.openxmlformats.org/officeDocument/2006/relationships" id="256" r:id="R9c85a758f3fd47e4"/>
    <p:sldId xmlns:r="http://schemas.openxmlformats.org/officeDocument/2006/relationships" id="257" r:id="R8c96ad91f3dc4a23"/>
    <p:sldId xmlns:r="http://schemas.openxmlformats.org/officeDocument/2006/relationships" id="258" r:id="R60f3ad6c4b30431f"/>
    <p:sldId xmlns:r="http://schemas.openxmlformats.org/officeDocument/2006/relationships" id="259" r:id="R8181e8ce71174bd2"/>
    <p:sldId xmlns:r="http://schemas.openxmlformats.org/officeDocument/2006/relationships" id="260" r:id="R1be2e8449180464d"/>
    <p:sldId xmlns:r="http://schemas.openxmlformats.org/officeDocument/2006/relationships" id="261" r:id="Rc8c7e266bb984f83"/>
    <p:sldId xmlns:r="http://schemas.openxmlformats.org/officeDocument/2006/relationships" id="262" r:id="R87cd20a29dba4072"/>
    <p:sldId xmlns:r="http://schemas.openxmlformats.org/officeDocument/2006/relationships" id="263" r:id="Re79d8841410b48e9"/>
    <p:sldId xmlns:r="http://schemas.openxmlformats.org/officeDocument/2006/relationships" id="264" r:id="R8f0a5a3077d842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5930f257fa469c" /><Relationship Type="http://schemas.openxmlformats.org/officeDocument/2006/relationships/slideMaster" Target="/ppt/slideMasters/slideMaster1.xml" Id="R214e36c787254d1e" /><Relationship Type="http://schemas.openxmlformats.org/officeDocument/2006/relationships/notesMaster" Target="/ppt/notesMasters/notesMaster1.xml" Id="Rb1ea1a2bf7654b94" /><Relationship Type="http://schemas.openxmlformats.org/officeDocument/2006/relationships/presProps" Target="/ppt/presProps.xml" Id="R9029ed6973804de0" /><Relationship Type="http://schemas.openxmlformats.org/officeDocument/2006/relationships/tableStyles" Target="/ppt/tableStyles.xml" Id="Rc634280bfa9645ab" /><Relationship Type="http://schemas.openxmlformats.org/officeDocument/2006/relationships/slide" Target="/ppt/slides/slide1.xml" Id="R9c85a758f3fd47e4" /><Relationship Type="http://schemas.openxmlformats.org/officeDocument/2006/relationships/slide" Target="/ppt/slides/slide2.xml" Id="R8c96ad91f3dc4a23" /><Relationship Type="http://schemas.openxmlformats.org/officeDocument/2006/relationships/slide" Target="/ppt/slides/slide3.xml" Id="R60f3ad6c4b30431f" /><Relationship Type="http://schemas.openxmlformats.org/officeDocument/2006/relationships/slide" Target="/ppt/slides/slide4.xml" Id="R8181e8ce71174bd2" /><Relationship Type="http://schemas.openxmlformats.org/officeDocument/2006/relationships/slide" Target="/ppt/slides/slide5.xml" Id="R1be2e8449180464d" /><Relationship Type="http://schemas.openxmlformats.org/officeDocument/2006/relationships/slide" Target="/ppt/slides/slide6.xml" Id="Rc8c7e266bb984f83" /><Relationship Type="http://schemas.openxmlformats.org/officeDocument/2006/relationships/slide" Target="/ppt/slides/slide7.xml" Id="R87cd20a29dba4072" /><Relationship Type="http://schemas.openxmlformats.org/officeDocument/2006/relationships/slide" Target="/ppt/slides/slide8.xml" Id="Re79d8841410b48e9" /><Relationship Type="http://schemas.openxmlformats.org/officeDocument/2006/relationships/slide" Target="/ppt/slides/slide9.xml" Id="R8f0a5a3077d842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eb7a1076e4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1a4c6bd2e4dfd" /><Relationship Type="http://schemas.openxmlformats.org/officeDocument/2006/relationships/notesMaster" Target="/ppt/notesMasters/notesMaster1.xml" Id="R235a3f4387a942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7e105b6342440d" /><Relationship Type="http://schemas.openxmlformats.org/officeDocument/2006/relationships/notesMaster" Target="/ppt/notesMasters/notesMaster1.xml" Id="R9d32362697f748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38fd24ba9a493c" /><Relationship Type="http://schemas.openxmlformats.org/officeDocument/2006/relationships/notesMaster" Target="/ppt/notesMasters/notesMaster1.xml" Id="R31c9a6e849ac45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b1ae7a584642b9" /><Relationship Type="http://schemas.openxmlformats.org/officeDocument/2006/relationships/notesMaster" Target="/ppt/notesMasters/notesMaster1.xml" Id="R3652644f951647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36e7ddc2a44bbb" /><Relationship Type="http://schemas.openxmlformats.org/officeDocument/2006/relationships/notesMaster" Target="/ppt/notesMasters/notesMaster1.xml" Id="R9a6f541031384d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8d68e8e10d402f" /><Relationship Type="http://schemas.openxmlformats.org/officeDocument/2006/relationships/notesMaster" Target="/ppt/notesMasters/notesMaster1.xml" Id="R3dc08109aad04f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661b06172f4bd2" /><Relationship Type="http://schemas.openxmlformats.org/officeDocument/2006/relationships/notesMaster" Target="/ppt/notesMasters/notesMaster1.xml" Id="Rab2a72fbf10445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a9cf2941824f88" /><Relationship Type="http://schemas.openxmlformats.org/officeDocument/2006/relationships/notesMaster" Target="/ppt/notesMasters/notesMaster1.xml" Id="R6d773fc9e6b140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09d0550b3442ef" /><Relationship Type="http://schemas.openxmlformats.org/officeDocument/2006/relationships/notesMaster" Target="/ppt/notesMasters/notesMaster1.xml" Id="Rf910fc3073de46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8a04ad11f4a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0693374d3b465e" /><Relationship Type="http://schemas.openxmlformats.org/officeDocument/2006/relationships/slideLayout" Target="/ppt/slideLayouts/slideLayout1.xml" Id="R04285260769945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285260769945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d4ff42c4e4f21" /><Relationship Type="http://schemas.openxmlformats.org/officeDocument/2006/relationships/image" Target="/ppt/media/image.png" Id="Rdd042416f6c6455e" /><Relationship Type="http://schemas.openxmlformats.org/officeDocument/2006/relationships/notesSlide" Target="/ppt/notesSlides/notesSlide1.xml" Id="R8d7ea1e6d724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88c0f15f84cda" /><Relationship Type="http://schemas.openxmlformats.org/officeDocument/2006/relationships/notesSlide" Target="/ppt/notesSlides/notesSlide2.xml" Id="Rc6f656557b4c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88c2bd540494b" /><Relationship Type="http://schemas.openxmlformats.org/officeDocument/2006/relationships/image" Target="/ppt/media/image2.png" Id="Rf86bc0267f17442d" /><Relationship Type="http://schemas.openxmlformats.org/officeDocument/2006/relationships/notesSlide" Target="/ppt/notesSlides/notesSlide3.xml" Id="R9b470e976ca544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d3be141ed48be" /><Relationship Type="http://schemas.openxmlformats.org/officeDocument/2006/relationships/image" Target="/ppt/media/image3.png" Id="Rb2a2ce219ab445bd" /><Relationship Type="http://schemas.openxmlformats.org/officeDocument/2006/relationships/notesSlide" Target="/ppt/notesSlides/notesSlide4.xml" Id="R6f3821b4129d40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e618e1bcc452b" /><Relationship Type="http://schemas.openxmlformats.org/officeDocument/2006/relationships/image" Target="/ppt/media/image4.png" Id="R5ed55ec6bdb04f14" /><Relationship Type="http://schemas.openxmlformats.org/officeDocument/2006/relationships/image" Target="/ppt/media/image5.png" Id="Raa393bf90aa846c8" /><Relationship Type="http://schemas.openxmlformats.org/officeDocument/2006/relationships/image" Target="/ppt/media/image6.png" Id="Rf4e98ed18a704f0b" /><Relationship Type="http://schemas.openxmlformats.org/officeDocument/2006/relationships/image" Target="/ppt/media/image7.png" Id="R18eaf176197e4a43" /><Relationship Type="http://schemas.openxmlformats.org/officeDocument/2006/relationships/image" Target="/ppt/media/image8.png" Id="Rc3abca027d6f4521" /><Relationship Type="http://schemas.openxmlformats.org/officeDocument/2006/relationships/image" Target="/ppt/media/image9.png" Id="R54a63dabbe344c13" /><Relationship Type="http://schemas.openxmlformats.org/officeDocument/2006/relationships/notesSlide" Target="/ppt/notesSlides/notesSlide5.xml" Id="R26ddc1bb85ab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02731c61942b7" /><Relationship Type="http://schemas.openxmlformats.org/officeDocument/2006/relationships/notesSlide" Target="/ppt/notesSlides/notesSlide6.xml" Id="R8e514b30384648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7910c70db4354" /><Relationship Type="http://schemas.openxmlformats.org/officeDocument/2006/relationships/notesSlide" Target="/ppt/notesSlides/notesSlide7.xml" Id="Ra65ebc76ac024d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6ffc57327460d" /><Relationship Type="http://schemas.openxmlformats.org/officeDocument/2006/relationships/image" Target="/ppt/media/image10.png" Id="R898791efee074983" /><Relationship Type="http://schemas.openxmlformats.org/officeDocument/2006/relationships/notesSlide" Target="/ppt/notesSlides/notesSlide8.xml" Id="Rc5ca2295b50f45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38d34a98441ed" /><Relationship Type="http://schemas.openxmlformats.org/officeDocument/2006/relationships/notesSlide" Target="/ppt/notesSlides/notesSlide9.xml" Id="R2ae96c7723df4f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42416f6c6455e"/>
          <a:srcRect xmlns:a="http://schemas.openxmlformats.org/drawingml/2006/main" l="29653" t="0" r="29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609600"/>
            <a:ext cx="4533900" cy="5334000"/>
          </a:xfrm>
          <a:prstGeom xmlns:a="http://schemas.openxmlformats.org/drawingml/2006/main" prst="roundRect">
            <a:avLst>
              <a:gd name="adj" fmla="val 126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0E124-7F25-4F52-AF0C-7C403899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F61"/>
                </a:solidFill>
              </a:defRPr>
            </a:pPr>
            <a:r>
              <a:rPr sz="1200" b="1">
                <a:solidFill>
                  <a:srgbClr val="0B5F61"/>
                </a:solidFill>
              </a:rPr>
              <a:t>INVESTMENT PREZENTACIJA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267D5-48B3-4A32-975D-546545BE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219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02B"/>
                </a:solidFill>
              </a:defRPr>
            </a:pPr>
            <a:r>
              <a:rPr sz="4200" b="1">
                <a:solidFill>
                  <a:srgbClr val="10202B"/>
                </a:solidFill>
              </a:rPr>
              <a:t>Safety Sim gradi platformu za merljive VR obuke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0B009-7B4C-49BA-B038-66D69C0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7080"/>
                </a:solidFill>
              </a:defRPr>
            </a:pPr>
            <a:r>
              <a:rPr sz="1800" b="0">
                <a:solidFill>
                  <a:srgbClr val="5F7080"/>
                </a:solidFill>
              </a:rPr>
              <a:t>Početni fokus su visokorizične industrijske procedure gde su praksa, evidencija i sertifikacija poslovna potreba.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56ECF-963C-4C13-8C51-9CE05544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1A6D8-61E0-47F9-8087-2F23AE56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4E5DA-3E20-4C11-9DE1-92C17190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57923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A4313-3A95-4D3F-B1F9-4E056BDA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02B"/>
                </a:solidFill>
              </a:defRPr>
            </a:pPr>
            <a:r>
              <a:rPr sz="3300" b="1">
                <a:solidFill>
                  <a:srgbClr val="10202B"/>
                </a:solidFill>
              </a:rPr>
              <a:t>Obuka se pomera od prisustva ka dokazivoj spremnosti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E75AF-E8DC-449A-82CE-2A3A4B67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080"/>
                </a:solidFill>
              </a:defRPr>
            </a:pPr>
            <a:r>
              <a:rPr sz="1650" b="0">
                <a:solidFill>
                  <a:srgbClr val="5F7080"/>
                </a:solidFill>
              </a:rPr>
              <a:t>Kompanije sve više traže trening koji može da se ponovi, meri i dokumentuje. VR daje sigurno okruženje za procedure koje su skupe ili rizične za realno vežbanje.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25C9C-0FC5-4D9F-B975-97FD49FE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B9AC5-9654-4664-925F-90317C00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5F61"/>
                </a:solidFill>
              </a:defRPr>
            </a:pPr>
            <a:r>
              <a:rPr sz="3150" b="1">
                <a:solidFill>
                  <a:srgbClr val="0B5F61"/>
                </a:solidFill>
              </a:rPr>
              <a:t>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0BAD0-365E-4D36-8317-9010CFE5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Opasne situacije se uvežbavaju bez izlaganja ljudi i opreme.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D291A-4AA3-4580-A3D4-6F0F2F8C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9FB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CA296-C783-43BF-95C4-5D6BAF8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5F61"/>
                </a:solidFill>
              </a:defRPr>
            </a:pPr>
            <a:r>
              <a:rPr sz="3150" b="1">
                <a:solidFill>
                  <a:srgbClr val="0B5F61"/>
                </a:solidFill>
              </a:rPr>
              <a:t>Repeat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094AA-BB41-401A-8963-C416D744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Isti scenario može proći mnogo radnika, lokacija i smena.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A4262-051F-42BA-B1C4-F5940E33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6FF98-7E38-43CF-BA66-F1427F21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5F61"/>
                </a:solidFill>
              </a:defRPr>
            </a:pPr>
            <a:r>
              <a:rPr sz="3150" b="1">
                <a:solidFill>
                  <a:srgbClr val="0B5F61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22549-C328-48C2-A11F-2EA360BA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Rezultat i sertifikat postaju deo evidencije kompanije.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246E8-9775-4ED1-B990-C5115D42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984E3-C983-47BC-ACF3-CB2498B2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2360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0346FB-884A-471F-A286-4666D738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Tržišni signal je jasan: VR trening se koristi tamo gde praksa ima cenu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BF3CE-515F-413B-89A9-C039D4CC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PwC navodi da VR može ubrzati obuku, podići fokus i postati isplativ na skali; novija istraživanja pokazuju primenu u industrijskim hazardima i evakuacionim protokolima.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9DFF3-1BFB-41DC-ADEC-43A6274C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941705-D020-446C-8341-EBF0F154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Učenje kroz 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0D120-00CF-44B1-8D35-3830B935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VR trening omogućava praksu u kontekstu, a ne samo pamćenje procedure.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1E0F6-91A5-4C0A-A5CC-88AD76EC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6FF91-CAB8-4721-ACF1-1C434336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Skaliranje sadržaja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F49A2-5AAA-4392-9A7B-E25E4B88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Jednom napravljen scenario može se prodavati po radniku, kompaniji i vertikali.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D3520-39F3-4F32-99D9-31CF3B5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859B5-2868-422B-A9ED-35613F39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Industrijski wedge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E09F0-F38E-432A-ABE9-9E4FD1C5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Bezbednost, opasni materijali i otpad imaju jasnu potrebu za dokumentovanom obukom.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bc0267f17442d"/>
          <a:srcRect xmlns:a="http://schemas.openxmlformats.org/drawingml/2006/main" l="18667" t="0" r="18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362CF-7C0C-46AD-88B2-1CD13445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D9B4E-F9DD-44F2-B905-5A222A4B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9987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47F739-2BA9-4238-B41E-600EA5A4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Proizvod je već oblikovan kao SaaS platforma, ne samo pojedinačan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C77A6-F615-4068-92E4-41F92219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Backend je multi-tenant, korisnik pripada kompaniji, a podaci radnika i sertifikata ostaju u okviru tenant-a.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52210-EB70-4E3B-8A24-1EE4EB8C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1B865-A8D8-4EB6-B02F-3ED6FC89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Katalog scenarija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2B5EC-63FA-43A6-9A92-98A84502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Šest oblasti spremnih za prezentaciju i dalje modelovanje.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0681A-CC1D-4439-9322-D6BE8EA6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F4481-A6FB-4257-918E-A0789693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Tenant logika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53C0F-AE29-4535-AEC3-27115872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Kompanije, korisnici, radnici, upisi i sertifikati su odvojeni po organizaciji.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B7B70-4448-4003-B6EA-1D54B0F2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4C258-66F3-4DFC-9FAD-17A65926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Deployment 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0E8BB-3A1E-45DF-A56D-0D8817AC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Frontend i backend na Hugging Face-u, baza na Azure SQL Free tier za demo fazu.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2ce219ab445bd"/>
          <a:srcRect xmlns:a="http://schemas.openxmlformats.org/drawingml/2006/main" l="19936" t="0" r="199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8578A-5AE9-48BD-A448-0A1A4D1C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1C248-CFD9-40BF-92CF-11112562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8517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418380-3EAB-41D7-BC03-FDBBB2A1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</a:defRPr>
            </a:pPr>
            <a:r>
              <a:rPr sz="3000" b="1">
                <a:solidFill>
                  <a:srgbClr val="10202B"/>
                </a:solidFill>
              </a:rPr>
              <a:t>Početni katalog pokriva visokorizične i regulisane procese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55ec6bdb04f14"/>
          <a:srcRect xmlns:a="http://schemas.openxmlformats.org/drawingml/2006/main" l="0" t="13614" r="0" b="13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32FF6-A25F-4E20-A59A-4F8DEE83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Protivpožarna zaštita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20E44-1C16-417F-9E1B-8C9D88D7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93bf90aa846c8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34891-9717-4FD0-988C-52CBD950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Radioaktivni materijali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0D7A2-20EF-495F-8099-9B11FAA0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98ed18a704f0b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FE25B-50FC-47D2-9B88-56480F6E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Hemijski otpad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ABFEC-99DB-4585-B62B-0FCBFE85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af176197e4a43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E25DF-1D06-4C03-B208-029B5892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Građevinski otpad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EF0B8-ACA7-4282-BE7F-C1627612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bca027d6f4521"/>
          <a:srcRect xmlns:a="http://schemas.openxmlformats.org/drawingml/2006/main" l="0" t="19653" r="0" b="19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EF4EF-8A74-409E-ADE7-BBFCC7B4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Elektronski otpad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EB4A0-9A9D-4B09-9957-B5E34128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63dabbe344c13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CCE7F-68CE-4EFE-BBDA-093E7C9D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Biomedicinski otpad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E29EA3-6FCD-41E5-962D-10495DF7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DDCC2-30A7-4A21-979A-823F6DED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098147-9AA3-44AD-9886-09C07C4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06096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77040-ECCE-441A-B185-F1AE4173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</a:defRPr>
            </a:pPr>
            <a:r>
              <a:rPr sz="3000" b="1">
                <a:solidFill>
                  <a:srgbClr val="10202B"/>
                </a:solidFill>
              </a:rPr>
              <a:t>Cena je dovoljno jednostavna da se odluka donese brzo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ACBC3-22E0-4F62-9162-DA4525DD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D7F59-E6A2-40BF-A5CE-8AFEDC59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Mala preduzeća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E90EB-4276-4876-9A2D-50E2EF08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do 10 radnika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886CB-523E-47B8-9B43-5F5784C9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do 10 EUR mesečno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2735A-1933-4121-816C-80B867C8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do 100 EUR godišnje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00940-A248-4446-ACE0-AE419042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EEF9FB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C57E2-2977-4A3F-A7D7-42AA3BB5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Srednja preduzeća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87715-E71F-4182-94FB-05193094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do 100 radnika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BCB53-34D4-4E13-834E-B2141D49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do 100 EUR mesečno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10356-5E94-4A1A-9FBC-C9EE73D4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do 1.000 EUR godišnje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463B3-1810-47B3-A1B2-30258703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5D26E-6212-4431-BCCF-6111F89C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Velika preduzeća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FA335-60E2-4879-8C2D-974220BF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100+ radnika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DE1F5-154B-462D-A533-235B7307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1 EUR x broj radnika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B3247-ABB6-4663-9788-EB12CCC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10 EUR x broj radnika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19898-06C1-40B5-B6A0-4FBF6D7B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</a:defRPr>
            </a:pPr>
            <a:r>
              <a:rPr sz="1650" b="0">
                <a:solidFill>
                  <a:srgbClr val="10202B"/>
                </a:solidFill>
              </a:rPr>
              <a:t>Osnovni model: 1 EUR po radniku mesečno ili 10 EUR po radniku godišnje.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654D66-73DD-4CAC-A88B-D7AD24EC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2AFCE-FB2F-4BE4-9D02-1A24A541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4511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0A6C09-E31D-404D-9BBC-2380854B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Go-to-market kreće kroz uske pilot-e, pa se širi po katalogu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7E69C-8CF7-4A33-8EA1-DDFC2F7A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D2904-DA4A-4C83-B691-FB45E7D8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119C2-403E-4F08-B37C-F2CE4177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419D3-CABD-4574-921C-58C905E7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Jedna kompanija, jedna oblast, mala grupa radnika.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63D39-AA28-4687-837C-D66E55DF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F1114-5D05-403A-96DD-1E764EE5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DCA50-12A1-444F-908F-F6112B65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16902-B4EE-4644-819B-A5488D2B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A1C96-C489-4DE0-BBCE-83800E07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Završene obuke, sertifikati i feedback instruktora.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C1233-FF23-4FB5-B60C-67661094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5A4C4-4766-4DFC-AC44-E571601F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3D50A-E508-4526-9CF3-9E0D9B28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A603C-05C3-4E6A-B0B0-46662B3E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Expand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DE5A6-DCD5-4A7C-9752-461AF0A3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Dodavanje lokacija, jezika i scenarija.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E2CFF-2F46-4343-A5D6-530E9541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E2A6A-4A6A-44C3-8260-9B723B66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AA5E3-0D8E-43D8-99AB-B28252FB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A00C2-161B-4A6F-B23B-AF531759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Partner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0EEB64-ECAF-4F34-8823-5E0F053A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Obuke preko HSE konsultanata i trening centara.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1E22E-BB40-443E-90A0-82CD1419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63118-706D-4EE8-8C19-1993BFC9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9F5C3-31CF-47AE-9FEA-12162EA0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E93D9-57C3-46BC-B870-A8A9F73F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605077-F6AB-4122-BC8B-48AE7A16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Biblioteka scenarija kao ponovljiv prihod.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A555F7-3C14-48B6-98AD-21FE8B09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B5F133-6E15-444A-91D8-9DD6D43B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60162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457A90-8672-4E3D-9A93-719CA99E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Roadmap povećava vrednost po kupcu i smanjuje trošak prodaje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07FF3-116F-49AF-8E1C-CA3F147D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Najvažniji sledeći koraci su validacija kod prvih kupaca i jačanje proizvoda oko analitike i sadržaja.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6ED42-293F-4A3C-8528-39350B1F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E6B8D-5164-4760-BED6-A2849530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Kratkoročno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53291-2ED4-4986-A32C-27AF1E1D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Stabilizovati Azure SQL produkcionu bazu, onboarding i osnovne izveštaje.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0A889-4558-4CFE-A6CA-42BC8BDE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2339B-3465-4F05-A3B9-C269BEDF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Srednjoročno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ADE9B-463C-4D65-A898-4064285A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Dodati analitiku grešaka, šablone sertifikata i nove jezike.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79912-E6D0-4CA6-BD70-C8EC9B87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BD821-D324-4262-9BC8-2EBB31C4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Dugoročno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F4756-CA24-4185-824F-71359694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AI feedback, integracije sa LMS/HR sistemima i marketplace scenarija.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791efee074983"/>
          <a:srcRect xmlns:a="http://schemas.openxmlformats.org/drawingml/2006/main" l="18667" t="0" r="18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DEF1D-C707-425D-9FFB-0E7E2E37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E8A19-443A-4BFF-8086-051DD602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7569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9CEC9-D401-4839-B31F-60733F38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B"/>
                </a:solidFill>
              </a:defRPr>
            </a:pPr>
            <a:r>
              <a:rPr sz="3600" b="1">
                <a:solidFill>
                  <a:srgbClr val="10202B"/>
                </a:solidFill>
              </a:rPr>
              <a:t>Investiciona priča traži kapital ili partnerstvo za validaciju tržišta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A2F30-3583-442C-873D-3B7B0BE3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1. Završiti 2-3 plaćena pilot-a u industrijskoj bezbednosti.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063FA-9124-47BE-A881-2872C7E0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2. Pretvoriti najtraženije procedure u ponovljive VR module.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29F3D-90DA-48E1-AC1B-EAE9F1CA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3. Izgraditi prodajni kanal preko HSE i trening partnera.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BBEE5-A3F2-4162-8818-035AA18E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590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DAD23-F68E-4AAD-9C8E-AB127221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Cilj: od demo proizvoda do ponovljivog SaaS modela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4ED02-DD82-420C-A04A-CE67CC2C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8ED07-E440-44BD-86E2-2472882F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7621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2026-07-11T07:25:58.9620000Z</dcterms:created>
  <dcterms:modified xsi:type="dcterms:W3CDTF">2026-07-11T07:25:58.9620000Z</dcterms:modified>
</coreProperties>
</file>